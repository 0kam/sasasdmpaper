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98C76-AE5A-1648-B3FF-24AD244EBD2F}" v="41" dt="2025-10-07T02:03:0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719"/>
  </p:normalViewPr>
  <p:slideViewPr>
    <p:cSldViewPr snapToGrid="0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B4145-50B1-3744-A820-88DAC0968449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9C247-62A3-D647-929A-9675AD406D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141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9C247-62A3-D647-929A-9675AD406DD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28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DE9DFB-5104-B432-D054-565353BA6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ED5FCC-A962-7603-E2AD-3E36ABCD1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52FBEF-35A8-988E-A4B8-A09756D6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ECBFAF-8890-7D63-9692-120B18DD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FFD21E-94A8-59C9-36A0-4C12053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73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CB020B-68A5-CF74-5CEF-A7B802E0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EBA9AF-7A38-520E-E02D-1A0F1370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628A2E-8166-4A02-258C-3CB25AEB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0ED92B-0279-6211-3503-B1827583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45DB8-1F1B-91D3-5C64-E8AC93A1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0830D-7ABA-5C47-8D54-4D9A414B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250170-6EAE-22F9-5BF2-21B780124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40A86E-F863-70DB-1960-16F46238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A0032-BEDA-B10A-5819-748548BD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DCAC3-74DA-BB4E-0549-C7D96019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33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81856-5CB4-F23D-515A-FF2980A4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3795D5-CBA6-4E5C-F44A-734E0B5C8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D05EDF-49B6-9A28-A543-5DEB26B80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F5FF41-E90C-B05C-B7F7-8C82A6FD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34F643-25F6-4C50-EF66-8A134936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FD7E24-3C42-4963-657A-DE3E5793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33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AEC56-F066-BA00-F257-1BC10D0F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F0B65A-E821-1349-8E61-D90C9AF1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6B8C72-3354-CC9C-C0C1-AFDC3CF5D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EDBDEF-BAEC-7FE5-12D7-52F6BA563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CE6AD9-F8DE-093F-3279-5B4A52A06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942E9E-4B74-EBF7-8299-A5903F2D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800DCDD-205A-00AF-65BB-1FFB05F2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5E557A0-CAC6-595A-E7AC-D5272FD3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E20FE-C173-91D3-A18D-61CABC11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256BAB-7787-3E0B-E6C7-5DB90A75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45BCB2-1C6A-F87A-978F-58E60F4B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539616-7D81-18F3-AE47-17F8B948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47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0BCEEC-A76D-0395-206F-63DB7F85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32F1D4-34AB-C449-0540-1C750476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6F318A-114A-0241-B3B3-F7CD528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19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AFF28-20D4-F87A-7271-547AFEA8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E0125-0BE0-1470-2A5C-8C59D5BD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290CB8-D368-3537-55EC-0EC065171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C47693-C816-1B0B-6836-848F74199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58B172-B874-A673-601C-6709A204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52B04-4146-6148-0273-DFBBB15A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72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811A25-D2D7-7FFD-E68F-78CCFEC3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71FCBF-E1FC-1DC8-C784-D894EA7E1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B6B1C4-7115-50E5-72D4-244F18142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B2E18-BCAD-5FB8-458D-E39C234F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20BCBA-FFE6-9766-C49D-9AA069E4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E2B8BF-2C21-949E-575F-AEA0ADD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2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24456-B52F-B8AD-DA87-B46E4E68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5D5BDD-A7FD-4655-7651-7B012FBF2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D444B-083E-47D2-701B-74733B69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595BF0-BAFE-5644-EFB8-896A8598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5056F1-9740-8176-F27C-403EC518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46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A42CE0-F85A-DE19-C2E3-F5FF4DDCF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AC74D7-F403-42B0-77C0-B4D731BB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6EAA2-792E-F8E2-8489-338BCF7E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34FD9-597E-70A0-2C27-A31554FD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E1E32-E4CA-0530-B8E2-09892BF1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39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A3383E-DEC3-A925-58FC-D89F6F0B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2BF822-7642-27D3-7D53-A5A7E0EC3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AE923-FB69-B06C-A7DD-AF343B917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3D769-CADD-BC66-F0A1-15A604BD6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BE5254-49FA-5F75-88F3-0A5E56E23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50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表示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4AF107F-435E-651D-2015-B48C70ECC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6" y="4562764"/>
            <a:ext cx="3934691" cy="2295236"/>
          </a:xfrm>
          <a:prstGeom prst="rect">
            <a:avLst/>
          </a:prstGeom>
        </p:spPr>
      </p:pic>
      <p:pic>
        <p:nvPicPr>
          <p:cNvPr id="12" name="図 11" descr="グラフィカル ユーザー インターフェイス, マップ&#10;&#10;AI 生成コンテンツは誤りを含む可能性があります。">
            <a:extLst>
              <a:ext uri="{FF2B5EF4-FFF2-40B4-BE49-F238E27FC236}">
                <a16:creationId xmlns:a16="http://schemas.microsoft.com/office/drawing/2014/main" id="{E9DB887B-7B6C-696B-7FA7-A3619C8B8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963" y="679583"/>
            <a:ext cx="5560517" cy="207410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D33DA69-CA67-A288-C086-4E0A04ABD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42" y="731788"/>
            <a:ext cx="4318000" cy="247650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95E3700-714F-A8F9-8E90-7A666DCD0C4F}"/>
              </a:ext>
            </a:extLst>
          </p:cNvPr>
          <p:cNvSpPr txBox="1"/>
          <p:nvPr/>
        </p:nvSpPr>
        <p:spPr>
          <a:xfrm>
            <a:off x="198581" y="85457"/>
            <a:ext cx="4197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Time-lapse imagery</a:t>
            </a:r>
          </a:p>
          <a:p>
            <a:pPr algn="ctr"/>
            <a:r>
              <a:rPr lang="en-US" altLang="ja-JP" dirty="0"/>
              <a:t>(2011~2021)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 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70C19A2-00BD-06AE-E969-D3334DB89E8A}"/>
              </a:ext>
            </a:extLst>
          </p:cNvPr>
          <p:cNvSpPr txBox="1"/>
          <p:nvPr/>
        </p:nvSpPr>
        <p:spPr>
          <a:xfrm>
            <a:off x="6711260" y="85457"/>
            <a:ext cx="4197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Vegetation Classification Map</a:t>
            </a:r>
          </a:p>
          <a:p>
            <a:pPr algn="ctr"/>
            <a:r>
              <a:rPr lang="en-US" altLang="ja-JP" dirty="0"/>
              <a:t>(2012 &amp; 2021)</a:t>
            </a:r>
            <a:endParaRPr kumimoji="1"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EE100FC-62BC-3B7E-152A-1983EE9C5211}"/>
              </a:ext>
            </a:extLst>
          </p:cNvPr>
          <p:cNvSpPr txBox="1"/>
          <p:nvPr/>
        </p:nvSpPr>
        <p:spPr>
          <a:xfrm>
            <a:off x="-262195" y="4037551"/>
            <a:ext cx="4197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Snowmelt Day of Year</a:t>
            </a:r>
            <a:br>
              <a:rPr lang="en-US" altLang="ja-JP" dirty="0"/>
            </a:br>
            <a:r>
              <a:rPr lang="en-US" altLang="ja-JP" dirty="0"/>
              <a:t>(2011 ~ 2021)</a:t>
            </a:r>
            <a:endParaRPr kumimoji="1"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21499DF-8535-BBC9-F11B-E7A85F8DFFA8}"/>
              </a:ext>
            </a:extLst>
          </p:cNvPr>
          <p:cNvSpPr txBox="1"/>
          <p:nvPr/>
        </p:nvSpPr>
        <p:spPr>
          <a:xfrm>
            <a:off x="6711260" y="85457"/>
            <a:ext cx="419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Vegetation Classification Map</a:t>
            </a:r>
          </a:p>
        </p:txBody>
      </p:sp>
      <p:sp>
        <p:nvSpPr>
          <p:cNvPr id="34" name="右矢印 33">
            <a:extLst>
              <a:ext uri="{FF2B5EF4-FFF2-40B4-BE49-F238E27FC236}">
                <a16:creationId xmlns:a16="http://schemas.microsoft.com/office/drawing/2014/main" id="{4316F11D-F7CE-A2D2-D2A1-200133919C9C}"/>
              </a:ext>
            </a:extLst>
          </p:cNvPr>
          <p:cNvSpPr/>
          <p:nvPr/>
        </p:nvSpPr>
        <p:spPr>
          <a:xfrm rot="5400000">
            <a:off x="1717733" y="3356234"/>
            <a:ext cx="572655" cy="58696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559DB6B-188B-4E6C-F875-E9BBEE511C2F}"/>
              </a:ext>
            </a:extLst>
          </p:cNvPr>
          <p:cNvSpPr/>
          <p:nvPr/>
        </p:nvSpPr>
        <p:spPr>
          <a:xfrm>
            <a:off x="3457528" y="3451510"/>
            <a:ext cx="1655622" cy="9317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Terrain Features</a:t>
            </a:r>
            <a:br>
              <a:rPr kumimoji="1" lang="en-US" altLang="ja-JP" dirty="0">
                <a:solidFill>
                  <a:sysClr val="windowText" lastClr="000000"/>
                </a:solidFill>
              </a:rPr>
            </a:br>
            <a:r>
              <a:rPr kumimoji="1" lang="en-US" altLang="ja-JP" dirty="0">
                <a:solidFill>
                  <a:sysClr val="windowText" lastClr="000000"/>
                </a:solidFill>
              </a:rPr>
              <a:t>(from DEM)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69A642AC-2F0E-E9CB-C1C9-782873112D92}"/>
              </a:ext>
            </a:extLst>
          </p:cNvPr>
          <p:cNvSpPr/>
          <p:nvPr/>
        </p:nvSpPr>
        <p:spPr>
          <a:xfrm rot="5400000">
            <a:off x="8764103" y="2685001"/>
            <a:ext cx="308839" cy="58696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右矢印 36">
            <a:extLst>
              <a:ext uri="{FF2B5EF4-FFF2-40B4-BE49-F238E27FC236}">
                <a16:creationId xmlns:a16="http://schemas.microsoft.com/office/drawing/2014/main" id="{2168E838-AE49-156E-130B-1D3AAAED3B3A}"/>
              </a:ext>
            </a:extLst>
          </p:cNvPr>
          <p:cNvSpPr/>
          <p:nvPr/>
        </p:nvSpPr>
        <p:spPr>
          <a:xfrm>
            <a:off x="3921877" y="6304235"/>
            <a:ext cx="5175931" cy="481301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右矢印 37">
            <a:extLst>
              <a:ext uri="{FF2B5EF4-FFF2-40B4-BE49-F238E27FC236}">
                <a16:creationId xmlns:a16="http://schemas.microsoft.com/office/drawing/2014/main" id="{6B380353-01EE-6123-1020-38C2242E8188}"/>
              </a:ext>
            </a:extLst>
          </p:cNvPr>
          <p:cNvSpPr/>
          <p:nvPr/>
        </p:nvSpPr>
        <p:spPr>
          <a:xfrm rot="1796720">
            <a:off x="5182992" y="4200146"/>
            <a:ext cx="674648" cy="598208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98742F6-DD91-A47F-425B-8CBD0F1D697D}"/>
              </a:ext>
            </a:extLst>
          </p:cNvPr>
          <p:cNvSpPr/>
          <p:nvPr/>
        </p:nvSpPr>
        <p:spPr>
          <a:xfrm>
            <a:off x="5868783" y="4775586"/>
            <a:ext cx="2244663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Habitat Suitability Models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F9C7DC8-15B0-F298-A4B6-937AAC86F59B}"/>
              </a:ext>
            </a:extLst>
          </p:cNvPr>
          <p:cNvSpPr/>
          <p:nvPr/>
        </p:nvSpPr>
        <p:spPr>
          <a:xfrm>
            <a:off x="7695888" y="3230998"/>
            <a:ext cx="2005782" cy="5913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</a:rPr>
              <a:t>Sasa expansion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(2012-2021)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41" name="右矢印 40">
            <a:extLst>
              <a:ext uri="{FF2B5EF4-FFF2-40B4-BE49-F238E27FC236}">
                <a16:creationId xmlns:a16="http://schemas.microsoft.com/office/drawing/2014/main" id="{EADE493D-9A2C-7BCE-7CDC-62163B0ED19C}"/>
              </a:ext>
            </a:extLst>
          </p:cNvPr>
          <p:cNvSpPr/>
          <p:nvPr/>
        </p:nvSpPr>
        <p:spPr>
          <a:xfrm rot="7102748">
            <a:off x="7901542" y="4062012"/>
            <a:ext cx="739269" cy="57264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右矢印 41">
            <a:extLst>
              <a:ext uri="{FF2B5EF4-FFF2-40B4-BE49-F238E27FC236}">
                <a16:creationId xmlns:a16="http://schemas.microsoft.com/office/drawing/2014/main" id="{1B25470D-5A18-DE11-3619-933DAE33184F}"/>
              </a:ext>
            </a:extLst>
          </p:cNvPr>
          <p:cNvSpPr/>
          <p:nvPr/>
        </p:nvSpPr>
        <p:spPr>
          <a:xfrm rot="5400000">
            <a:off x="5865221" y="3496104"/>
            <a:ext cx="1788598" cy="586958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7C139470-B27F-F414-64CE-D928A0D72E6C}"/>
              </a:ext>
            </a:extLst>
          </p:cNvPr>
          <p:cNvSpPr/>
          <p:nvPr/>
        </p:nvSpPr>
        <p:spPr>
          <a:xfrm>
            <a:off x="4741540" y="1402578"/>
            <a:ext cx="943391" cy="56746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右矢印 43">
            <a:extLst>
              <a:ext uri="{FF2B5EF4-FFF2-40B4-BE49-F238E27FC236}">
                <a16:creationId xmlns:a16="http://schemas.microsoft.com/office/drawing/2014/main" id="{205C07AE-597F-AEA3-90FC-1CE8C24DA811}"/>
              </a:ext>
            </a:extLst>
          </p:cNvPr>
          <p:cNvSpPr/>
          <p:nvPr/>
        </p:nvSpPr>
        <p:spPr>
          <a:xfrm>
            <a:off x="4264887" y="5144674"/>
            <a:ext cx="1420043" cy="56746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238F3E6-9E6D-5A1F-5731-6DBC4EC2DE80}"/>
              </a:ext>
            </a:extLst>
          </p:cNvPr>
          <p:cNvSpPr txBox="1"/>
          <p:nvPr/>
        </p:nvSpPr>
        <p:spPr>
          <a:xfrm>
            <a:off x="4170927" y="6124695"/>
            <a:ext cx="425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Future prediction of snowmelt DOY</a:t>
            </a:r>
            <a:endParaRPr kumimoji="1" lang="ja-JP" altLang="en-US"/>
          </a:p>
        </p:txBody>
      </p:sp>
      <p:sp>
        <p:nvSpPr>
          <p:cNvPr id="46" name="右矢印 45">
            <a:extLst>
              <a:ext uri="{FF2B5EF4-FFF2-40B4-BE49-F238E27FC236}">
                <a16:creationId xmlns:a16="http://schemas.microsoft.com/office/drawing/2014/main" id="{BC260265-9ECA-E04C-C0F8-6761B0AFCD42}"/>
              </a:ext>
            </a:extLst>
          </p:cNvPr>
          <p:cNvSpPr/>
          <p:nvPr/>
        </p:nvSpPr>
        <p:spPr>
          <a:xfrm>
            <a:off x="8242603" y="5129300"/>
            <a:ext cx="855205" cy="598208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912377C4-7923-B412-53A3-FF956D9ED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7823" y="4465622"/>
            <a:ext cx="2972956" cy="2378365"/>
          </a:xfrm>
          <a:prstGeom prst="rect">
            <a:avLst/>
          </a:prstGeom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36925D4-FA02-0292-09A7-D3F529470588}"/>
              </a:ext>
            </a:extLst>
          </p:cNvPr>
          <p:cNvSpPr txBox="1"/>
          <p:nvPr/>
        </p:nvSpPr>
        <p:spPr>
          <a:xfrm>
            <a:off x="9649826" y="3916433"/>
            <a:ext cx="214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Prediction of </a:t>
            </a:r>
            <a:br>
              <a:rPr lang="en-US" altLang="ja-JP" dirty="0"/>
            </a:br>
            <a:r>
              <a:rPr lang="en-US" altLang="ja-JP" dirty="0"/>
              <a:t>Sasa invasion</a:t>
            </a:r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E1DABD4-AECB-59EA-64D8-0736ED2755B3}"/>
              </a:ext>
            </a:extLst>
          </p:cNvPr>
          <p:cNvSpPr/>
          <p:nvPr/>
        </p:nvSpPr>
        <p:spPr>
          <a:xfrm>
            <a:off x="9175058" y="3897961"/>
            <a:ext cx="2979998" cy="29415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22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岡本 遼太郎</dc:creator>
  <cp:lastModifiedBy>岡本 遼太郎</cp:lastModifiedBy>
  <cp:revision>2</cp:revision>
  <dcterms:created xsi:type="dcterms:W3CDTF">2025-10-07T00:13:23Z</dcterms:created>
  <dcterms:modified xsi:type="dcterms:W3CDTF">2026-08-30T01:00:29Z</dcterms:modified>
</cp:coreProperties>
</file>